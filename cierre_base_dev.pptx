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Desarrollo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16 de Julio al 23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DESARROLLO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16 de Julio al 23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Carga y depuración de documentos SFLEET-Core I…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05/02/2026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19/06/2026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97%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Crédito automotriz Fase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01/10/2025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26873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75%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Interconexión con Plataforma Única de Identida…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30/04/2026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304495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18%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Optimización de Control de Flota en Flexsys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09/06/2026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09/06/2026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Mejoras 2do trimestre ciclo de activo fijo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06/07/2026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Carga de fondeos UNIFIN, Bansi y Multiva LUMOSYS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15/04/2026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92%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Mejoras cartera 2do trimestre 2026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08/07/2026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87%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471726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87%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Gasto integral de unidades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29/04/2026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91%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Apoyo proyectos IA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29/04/2026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91%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Analisis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Planeación cambio arquitectura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29/04/2026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91%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IFRS-Modelo Arrendatario Fase 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29/04/2026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28/07/2026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91%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