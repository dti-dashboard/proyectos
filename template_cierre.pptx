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4904938" y="4607642"/>
            <a:ext cx="4487008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28 de Mayo al 04 de Junio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096DD-8213-E4D6-FEA5-3E1E3E00F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MX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86D011-131D-2279-6F1E-8D3FC545D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96" y="0"/>
            <a:ext cx="9144396" cy="5143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