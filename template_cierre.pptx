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3" r:id="rId5"/>
  </p:sldMasterIdLst>
  <p:notesMasterIdLst>
    <p:notesMasterId r:id="rId10"/>
  </p:notesMasterIdLst>
  <p:sldIdLst>
    <p:sldId id="4370" r:id="rId6"/>
    <p:sldId id="4378" r:id="rId7"/>
    <p:sldId id="4377" r:id="rId8"/>
    <p:sldId id="259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A866"/>
    <a:srgbClr val="6EADFA"/>
    <a:srgbClr val="111827"/>
    <a:srgbClr val="22D3A0"/>
    <a:srgbClr val="FBBF24"/>
    <a:srgbClr val="F87171"/>
    <a:srgbClr val="0F1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34ED18-3879-469D-B443-065600D2442C}" v="49" dt="2026-06-05T16:01:51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A422D-7919-4469-A421-F204710A50F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53916-50AB-4813-A2D5-F7D7D00AA2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784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1EA55C6-DD8F-6134-22C0-2D504ED69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7E6825-D4E6-703E-A4B6-58197DE494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99561" y="3412475"/>
            <a:ext cx="4932803" cy="380083"/>
          </a:xfrm>
        </p:spPr>
        <p:txBody>
          <a:bodyPr anchor="ctr">
            <a:noAutofit/>
          </a:bodyPr>
          <a:lstStyle>
            <a:lvl1pPr algn="ctr">
              <a:defRPr sz="45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A494E5-B1C4-6885-4169-BA78D232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DDE57A-082A-EED7-3DE2-3EC4E8D3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622861-373F-18DD-9C0E-4C36ACBD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75050A-A954-581A-882C-A0BA421D7F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29410" y="264408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21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974841-2D19-E120-77A9-E096B267BE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B61A7B-A82C-C94D-3506-3442A66C81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3942" y="4749284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97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1EA55C6-DD8F-6134-22C0-2D504ED69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7E6825-D4E6-703E-A4B6-58197DE494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99561" y="3412475"/>
            <a:ext cx="4932803" cy="380083"/>
          </a:xfrm>
        </p:spPr>
        <p:txBody>
          <a:bodyPr anchor="ctr">
            <a:noAutofit/>
          </a:bodyPr>
          <a:lstStyle>
            <a:lvl1pPr algn="ctr">
              <a:defRPr sz="45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A494E5-B1C4-6885-4169-BA78D232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DDE57A-082A-EED7-3DE2-3EC4E8D3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622861-373F-18DD-9C0E-4C36ACBD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75050A-A954-581A-882C-A0BA421D7F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29410" y="264408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21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5A4C693-4F46-E18A-F2B7-EAF345D4DC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711B6D9-3861-AF64-20C7-DC6A360A1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227" y="256143"/>
            <a:ext cx="3441338" cy="561860"/>
          </a:xfrm>
        </p:spPr>
        <p:txBody>
          <a:bodyPr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53F786-4E82-07F7-4785-13AF108EE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627743"/>
            <a:ext cx="7886700" cy="2939495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82000"/>
                  </a:schemeClr>
                </a:solidFill>
                <a:latin typeface="Myriad Pro" panose="020B0503030403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819A2F-AD22-BA20-D98A-DD70C8006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6D68-6D58-144D-80B3-959862FD6C87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F3114E-3E85-1EAC-81A5-59C789F28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210E22-8218-8167-5591-024BA44A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84217-79B6-2141-8354-0324AE90ED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9396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974841-2D19-E120-77A9-E096B267BE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B61A7B-A82C-C94D-3506-3442A66C81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3942" y="4749284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104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6AF7841F-5D29-B639-D1A0-A1E0FD6964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48A1AC-B588-1962-D3BB-1D0CF1DAA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533" y="921638"/>
            <a:ext cx="8608937" cy="3300226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82000"/>
                  </a:schemeClr>
                </a:solidFill>
                <a:latin typeface="Myriad Pro" panose="020B0503030403020204" pitchFamily="34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682EE-CDC1-21CA-BDB2-DE7E161A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8BED20-BD46-6373-71D5-9D81CE9AD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8B0023-703B-86DF-61C5-23620FA3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034F-0B5F-6729-B8AB-82A808E43D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4856" y="256144"/>
            <a:ext cx="3891710" cy="561860"/>
          </a:xfrm>
        </p:spPr>
        <p:txBody>
          <a:bodyPr anchor="ctr">
            <a:noAutofit/>
          </a:bodyPr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82307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5445882-2909-9338-A9AA-98B1DE84E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E9E0EB-92F7-2285-1830-2BE9CC7B0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CCEA03-E258-C913-F1EB-3A5EDD760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26D68-6D58-144D-80B3-959862FD6C87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376C7E-1183-19B3-FC12-E2E339E4A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996322-95D2-90D9-257B-C33380E5A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84217-79B6-2141-8354-0324AE90ED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302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7" r:id="rId3"/>
    <p:sldLayoutId id="2147483668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FAD79-2FCD-D300-939B-AAC79167C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3559432"/>
            <a:ext cx="8401050" cy="380083"/>
          </a:xfrm>
        </p:spPr>
        <p:txBody>
          <a:bodyPr/>
          <a:lstStyle/>
          <a:p>
            <a:r>
              <a:rPr lang="es-MX" sz="2400"/>
              <a:t>Dirección de Implementación y Mejora Continua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27389E-3F64-60D8-4F3F-88435F1838CF}"/>
              </a:ext>
            </a:extLst>
          </p:cNvPr>
          <p:cNvSpPr txBox="1"/>
          <p:nvPr/>
        </p:nvSpPr>
        <p:spPr>
          <a:xfrm>
            <a:off x="4904938" y="4607642"/>
            <a:ext cx="4487008" cy="28283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ctr"/>
            <a:r>
              <a:rPr lang="es-MX" sz="1388" b="1" dirty="0">
                <a:solidFill>
                  <a:srgbClr val="000000"/>
                </a:solidFill>
                <a:latin typeface="Arial Nova Light"/>
              </a:rPr>
              <a:t>Cierre semanal del 28 de Mayo al 04 de Junio</a:t>
            </a:r>
            <a:endParaRPr lang="es-MX" sz="1400" b="1" dirty="0">
              <a:solidFill>
                <a:srgbClr val="000000"/>
              </a:solidFill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130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5096DD-8213-E4D6-FEA5-3E1E3E00F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86D011-131D-2279-6F1E-8D3FC545D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6" y="0"/>
            <a:ext cx="9144396" cy="514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4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8EFE9-8041-2FFE-81C8-A682DCD3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3">
            <a:extLst>
              <a:ext uri="{FF2B5EF4-FFF2-40B4-BE49-F238E27FC236}">
                <a16:creationId xmlns:a16="http://schemas.microsoft.com/office/drawing/2014/main" id="{985CF734-9D1A-F7C8-DC46-B51363CC546C}"/>
              </a:ext>
            </a:extLst>
          </p:cNvPr>
          <p:cNvSpPr txBox="1"/>
          <p:nvPr/>
        </p:nvSpPr>
        <p:spPr>
          <a:xfrm>
            <a:off x="153810" y="852807"/>
            <a:ext cx="444641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b="1" dirty="0">
                <a:latin typeface="Aptos (cuerpo)"/>
              </a:rPr>
              <a:t>Eventualidades de proyectos con retraso</a:t>
            </a:r>
            <a:endParaRPr lang="es-MX" b="1" dirty="0">
              <a:highlight>
                <a:srgbClr val="FFFF00"/>
              </a:highlight>
              <a:latin typeface="Aptos (cuerpo)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7DD05FB-5013-817F-9D1D-E2128451572E}"/>
              </a:ext>
            </a:extLst>
          </p:cNvPr>
          <p:cNvGraphicFramePr>
            <a:graphicFrameLocks noGrp="1"/>
          </p:cNvGraphicFramePr>
          <p:nvPr/>
        </p:nvGraphicFramePr>
        <p:xfrm>
          <a:off x="202299" y="1460411"/>
          <a:ext cx="8782006" cy="32970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7882">
                  <a:extLst>
                    <a:ext uri="{9D8B030D-6E8A-4147-A177-3AD203B41FA5}">
                      <a16:colId xmlns:a16="http://schemas.microsoft.com/office/drawing/2014/main" val="2910388281"/>
                    </a:ext>
                  </a:extLst>
                </a:gridCol>
                <a:gridCol w="3298994">
                  <a:extLst>
                    <a:ext uri="{9D8B030D-6E8A-4147-A177-3AD203B41FA5}">
                      <a16:colId xmlns:a16="http://schemas.microsoft.com/office/drawing/2014/main" val="3428890333"/>
                    </a:ext>
                  </a:extLst>
                </a:gridCol>
                <a:gridCol w="5065130">
                  <a:extLst>
                    <a:ext uri="{9D8B030D-6E8A-4147-A177-3AD203B41FA5}">
                      <a16:colId xmlns:a16="http://schemas.microsoft.com/office/drawing/2014/main" val="2728184935"/>
                    </a:ext>
                  </a:extLst>
                </a:gridCol>
              </a:tblGrid>
              <a:tr h="520138"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Proyecto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Eventualidades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057675"/>
                  </a:ext>
                </a:extLst>
              </a:tr>
              <a:tr h="349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1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Cartera || Cambio de PAC de timbrado (ATEB)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de Firma de convenio de Lumo, Firma de AyO pendiente de firma de Representante Legal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437908"/>
                  </a:ext>
                </a:extLst>
              </a:tr>
              <a:tr h="520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2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Contabilidad || Integración Mecánica – SAE (Fase 1-2)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 tuvieron imprevistos en la carga del catálogo de refacciones en Mecanica Mx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Actualización del catálogo de proveedores.</a:t>
                      </a:r>
                      <a:endParaRPr lang="es-MX" sz="1100" b="0" i="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98036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3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TRIM || MarketPlace || Caddi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  <a:cs typeface="Segoe UI"/>
                        </a:rPr>
                        <a:t>E</a:t>
                      </a: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xistió un retraso en la carga del código AMI en Intelimotor.</a:t>
                      </a:r>
                      <a:endParaRPr lang="es-ES" sz="1100" u="none" strike="noStrike" kern="1200" noProof="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Seguros Ana tardó en realizar la validación de los XML de prueba.</a:t>
                      </a:r>
                      <a:endParaRPr lang="es-MX" sz="110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91155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4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Operaciones Fleet || Desarrollos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Por cargas de trabajo el usuario no ha podido concluir con las pruebas de certificación de Roles y Permisos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08628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5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Tesorería || Adcontent H2H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MX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Autorización de Dirección de Finanzas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780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363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544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c0e631-0115-4aa2-b325-e35da8bc1157">
      <Terms xmlns="http://schemas.microsoft.com/office/infopath/2007/PartnerControls"/>
    </lcf76f155ced4ddcb4097134ff3c332f>
    <id0 xmlns="5ec0e631-0115-4aa2-b325-e35da8bc1157" xsi:nil="true"/>
    <TaxCatchAll xmlns="c4be84e9-ad72-42e9-9325-7cb3e83c5359" xsi:nil="true"/>
    <_Flow_SignoffStatus xmlns="5ec0e631-0115-4aa2-b325-e35da8bc1157" xsi:nil="true"/>
    <Aprobador xmlns="5ec0e631-0115-4aa2-b325-e35da8bc1157">
      <UserInfo>
        <DisplayName/>
        <AccountId xsi:nil="true"/>
        <AccountType/>
      </UserInfo>
    </Aprobador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4FF43CDF08F6440A1F1A99854740847" ma:contentTypeVersion="19" ma:contentTypeDescription="Crear nuevo documento." ma:contentTypeScope="" ma:versionID="36345ead785e5e95854362ebc1a7f665">
  <xsd:schema xmlns:xsd="http://www.w3.org/2001/XMLSchema" xmlns:xs="http://www.w3.org/2001/XMLSchema" xmlns:p="http://schemas.microsoft.com/office/2006/metadata/properties" xmlns:ns2="5ec0e631-0115-4aa2-b325-e35da8bc1157" xmlns:ns3="c4be84e9-ad72-42e9-9325-7cb3e83c5359" targetNamespace="http://schemas.microsoft.com/office/2006/metadata/properties" ma:root="true" ma:fieldsID="b08145743ca8d0102314d44d7c23bcf1" ns2:_="" ns3:_="">
    <xsd:import namespace="5ec0e631-0115-4aa2-b325-e35da8bc1157"/>
    <xsd:import namespace="c4be84e9-ad72-42e9-9325-7cb3e83c53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SearchProperties" minOccurs="0"/>
                <xsd:element ref="ns2:id0" minOccurs="0"/>
                <xsd:element ref="ns2:_Flow_SignoffStatus" minOccurs="0"/>
                <xsd:element ref="ns2:Aprobado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c0e631-0115-4aa2-b325-e35da8bc11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8834a441-fa3b-44b8-a010-15bd89cb74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id0" ma:index="23" nillable="true" ma:displayName="id" ma:decimals="0" ma:description="id de requerimiento" ma:format="Dropdown" ma:internalName="id0" ma:percentage="FALSE">
      <xsd:simpleType>
        <xsd:restriction base="dms:Number"/>
      </xsd:simpleType>
    </xsd:element>
    <xsd:element name="_Flow_SignoffStatus" ma:index="24" nillable="true" ma:displayName="Estado de aprobación" ma:internalName="_x0024_Resources_x003a_core_x002c_Signoff_Status">
      <xsd:simpleType>
        <xsd:restriction base="dms:Text"/>
      </xsd:simpleType>
    </xsd:element>
    <xsd:element name="Aprobador" ma:index="25" nillable="true" ma:displayName="Aprobador" ma:description="Aprobador de documento" ma:format="Dropdown" ma:list="UserInfo" ma:SharePointGroup="0" ma:internalName="Aprobado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e84e9-ad72-42e9-9325-7cb3e83c535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832b7c09-4aae-4a05-ba98-f7962d39acc2}" ma:internalName="TaxCatchAll" ma:showField="CatchAllData" ma:web="c4be84e9-ad72-42e9-9325-7cb3e83c53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D8C067-F2CA-4E2D-84AE-65F44561D919}">
  <ds:schemaRefs>
    <ds:schemaRef ds:uri="http://purl.org/dc/elements/1.1/"/>
    <ds:schemaRef ds:uri="5ec0e631-0115-4aa2-b325-e35da8bc1157"/>
    <ds:schemaRef ds:uri="c4be84e9-ad72-42e9-9325-7cb3e83c5359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3B017FA-E3D9-408C-B068-F9490265D9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c0e631-0115-4aa2-b325-e35da8bc1157"/>
    <ds:schemaRef ds:uri="c4be84e9-ad72-42e9-9325-7cb3e83c53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315BF7-524B-4E01-980F-F112088215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148</Words>
  <Application>Microsoft Office PowerPoint</Application>
  <PresentationFormat>Presentación en pantalla (16:9)</PresentationFormat>
  <Paragraphs>23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</vt:i4>
      </vt:variant>
    </vt:vector>
  </HeadingPairs>
  <TitlesOfParts>
    <vt:vector size="14" baseType="lpstr">
      <vt:lpstr>Aptos</vt:lpstr>
      <vt:lpstr>Aptos (cuerpo)</vt:lpstr>
      <vt:lpstr>Aptos Display</vt:lpstr>
      <vt:lpstr>Arial</vt:lpstr>
      <vt:lpstr>Arial Nova Light</vt:lpstr>
      <vt:lpstr>Calibri</vt:lpstr>
      <vt:lpstr>Myriad Pro</vt:lpstr>
      <vt:lpstr>Segoe UI</vt:lpstr>
      <vt:lpstr>Office Theme</vt:lpstr>
      <vt:lpstr>Diseño personalizado</vt:lpstr>
      <vt:lpstr>Dirección de Implementación y Mejora Continua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Josue Montoya Martinez</dc:creator>
  <cp:keywords/>
  <cp:lastModifiedBy>Josue Montoya Martinez</cp:lastModifiedBy>
  <cp:revision>2</cp:revision>
  <dcterms:created xsi:type="dcterms:W3CDTF">2013-01-27T09:14:16Z</dcterms:created>
  <dcterms:modified xsi:type="dcterms:W3CDTF">2026-06-05T16:05:29Z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0x01010004FF43CDF08F6440A1F1A99854740847</vt:lpwstr>
  </property>
  <property fmtid="{D5CDD505-2E9C-101B-9397-08002B2CF9AE}" pid="3" name="MediaServiceImageTags">
    <vt:lpwstr/>
  </property>
</Properties>
</file>