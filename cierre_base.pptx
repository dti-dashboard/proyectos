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739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Nexcar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DTI || Integración de sistemas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23/09/2026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Adcontent - Sfleet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15/06/2026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08/02/2027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806440" y="143412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1434122"/>
            <a:ext cx="1387144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140211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163071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06440" y="1630718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159871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182731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06440" y="1827314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79531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2023910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06440" y="2023910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1991906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2220506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806440" y="2220506"/>
            <a:ext cx="164089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2188502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6440" y="241710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06440" y="2417102"/>
            <a:ext cx="1607058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238509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61369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06440" y="2613698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258169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06440" y="281029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06440" y="2810294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277829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06440" y="3006890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06440" y="3006890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2974886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3203486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3203486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3171482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06440" y="340008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06440" y="3400082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336807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06440" y="359667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806440" y="3596678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356467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06440" y="379327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806440" y="3793274"/>
            <a:ext cx="372160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43800" y="376127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06440" y="3989870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806440" y="3989870"/>
            <a:ext cx="1353312" cy="10812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43800" y="3957866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06440" y="4186466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06440" y="4186466"/>
            <a:ext cx="1674723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43800" y="4154462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806440" y="438306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806440" y="4383062"/>
            <a:ext cx="524408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435105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06440" y="457965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806440" y="4579658"/>
            <a:ext cx="1251813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43800" y="454765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06440" y="477625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806440" y="4776254"/>
            <a:ext cx="108127" cy="10812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43800" y="474425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