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55448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
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" y="1188720"/>
          <a:ext cx="8741664" cy="4087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"/>
                <a:gridCol w="2468880"/>
                <a:gridCol w="667512"/>
                <a:gridCol w="667512"/>
                <a:gridCol w="530352"/>
                <a:gridCol w="594360"/>
                <a:gridCol w="2212848"/>
                <a:gridCol w="84124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REAL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ESPERADO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BARRA DE AVANCE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Mecánica Mx (Mejoras)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01/07/2026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Administración || AdContent - Catálogos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Soporte – Incidencia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02/03/2026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Campos Personalizados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26/02/2026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TRIM || Marketplace || Caddi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07/08/2025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04/08/2026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(Fase…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14/08/2025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Desarrollos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05/06/2026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Lobby Fix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11/11/2025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Nexcar || Desarrollos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05/03/2026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10/07/2026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Data Lab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20/01/2026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22/06/2026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Cartera || Cambio de Pac de Timbrado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07/07/2025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25/02/2026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Nueva Instancia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Tesoreria || Adcontent H2H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Integración Mecanica Mx - SAE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20/07/2026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(Fase…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21/04/2026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12/06/2026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DTI || Integración de sistemas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23/09/2026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Personalizados Fase 2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08/06/2026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11/08/2026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Adcontent - Sfleet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15/06/2026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08/02/2027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806440" y="1456524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06440" y="1456524"/>
            <a:ext cx="1387144" cy="118186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3800" y="1424520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06440" y="1671408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806440" y="1671408"/>
            <a:ext cx="1691640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1639404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6440" y="1886292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806440" y="1886292"/>
            <a:ext cx="1691640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1854288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2101176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806440" y="2101176"/>
            <a:ext cx="1691640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2069172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2316060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806440" y="2316060"/>
            <a:ext cx="1640890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2284056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97%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06440" y="2530944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806440" y="2530944"/>
            <a:ext cx="1607058" cy="118186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43800" y="2498940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95%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2745828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806440" y="2745828"/>
            <a:ext cx="1691640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43800" y="2713824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06440" y="2960712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06440" y="2960712"/>
            <a:ext cx="1691640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43800" y="2928708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06440" y="3175596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06440" y="3175596"/>
            <a:ext cx="1691640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43800" y="3143592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3390480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3390480"/>
            <a:ext cx="1691640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3358476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806440" y="3605364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06440" y="3605364"/>
            <a:ext cx="1691640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43800" y="3573360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806440" y="3820248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806440" y="3820248"/>
            <a:ext cx="1691640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43800" y="3788244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806440" y="4035132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806440" y="4035132"/>
            <a:ext cx="372160" cy="118186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43800" y="4003128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06440" y="4250016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806440" y="4250016"/>
            <a:ext cx="1353312" cy="11818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43800" y="4218012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80%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806440" y="4464900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806440" y="4464900"/>
            <a:ext cx="1674723" cy="118186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43800" y="4432896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806440" y="4679784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806440" y="4679784"/>
            <a:ext cx="524408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43800" y="4647780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31%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806440" y="4894668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806440" y="4894668"/>
            <a:ext cx="1251813" cy="11818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543800" y="4862664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74%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806440" y="5109552"/>
            <a:ext cx="1691640" cy="118186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806440" y="5109552"/>
            <a:ext cx="118186" cy="11818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543800" y="5077548"/>
            <a:ext cx="457200" cy="1821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4%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retraso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