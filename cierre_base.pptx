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55448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ct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8714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82%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92%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4089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07058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95%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97%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64%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80%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85%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35331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31%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74%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45%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25181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74%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4%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10309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4%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retraso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