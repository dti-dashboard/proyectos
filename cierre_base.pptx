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9 de Julio al 16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9 de Julio al 16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93%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66%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89%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91%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34%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86%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50%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45481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86%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