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25 de Junio al 2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096DD-8213-E4D6-FEA5-3E1E3E00F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25 de Junio al 2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8000">
                          <a:srgbClr val="22C55E"/>
                        </a:gs>
                        <a:gs pos="98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Nexcar || Desarrollo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9000">
                          <a:srgbClr val="22C55E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74000">
                          <a:srgbClr val="F59E0B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9000">
                          <a:srgbClr val="22C55E"/>
                        </a:gs>
                        <a:gs pos="3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Tesoreria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eventualdiad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Data Lab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dasdasdasdasd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Nueva Instancia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ggdgsefreheh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Migración oficinas Tlalnepantla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documetacnion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