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0" y="4607642"/>
            <a:ext cx="86868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25 de Junio al 2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0233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71323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25 de Junio al 2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554480"/>
          <a:ext cx="8741664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8000">
                          <a:srgbClr val="22C55E"/>
                        </a:gs>
                        <a:gs pos="98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7000">
                          <a:srgbClr val="22C55E"/>
                        </a:gs>
                        <a:gs pos="97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5000">
                          <a:srgbClr val="EF4444"/>
                        </a:gs>
                        <a:gs pos="95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Nexcar || Desarrollo 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9000">
                          <a:srgbClr val="22C55E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22000">
                          <a:srgbClr val="EF4444"/>
                        </a:gs>
                        <a:gs pos="2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74000">
                          <a:srgbClr val="F59E0B"/>
                        </a:gs>
                        <a:gs pos="7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39000">
                          <a:srgbClr val="22C55E"/>
                        </a:gs>
                        <a:gs pos="3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Tesoreria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eventualdiad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Data Lab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dasdasdasdasd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Nueva Instancia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ggdgsefreheh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Capital Humano || BUK Campos Personalizados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fsdgshsdh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Talleres || Integración Mecanica Mx - SAE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asasfagdgdsgg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