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25 de Junio al 2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096DD-8213-E4D6-FEA5-3E1E3E00F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25 de Junio al 2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8000">
                          <a:srgbClr val="22C55E"/>
                        </a:gs>
                        <a:gs pos="98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7000">
                          <a:srgbClr val="22C55E"/>
                        </a:gs>
                        <a:gs pos="97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5000">
                          <a:srgbClr val="EF4444"/>
                        </a:gs>
                        <a:gs pos="95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Nexcar || Desarrollo 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9000">
                          <a:srgbClr val="22C55E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22000">
                          <a:srgbClr val="EF4444"/>
                        </a:gs>
                        <a:gs pos="22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gradFill>
                      <a:gsLst>
                        <a:gs pos="0">
                          <a:srgbClr val="F59E0B"/>
                        </a:gs>
                        <a:gs pos="74000">
                          <a:srgbClr val="F59E0B"/>
                        </a:gs>
                        <a:gs pos="74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39000">
                          <a:srgbClr val="22C55E"/>
                        </a:gs>
                        <a:gs pos="3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