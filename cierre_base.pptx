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8" r:id="rId7"/>
    <p:sldId id="4377" r:id="rId8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Dirección de Implementación y Mejora Continua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1920240" y="4607642"/>
            <a:ext cx="6858000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r"/>
            <a:r>
              <a:rPr lang="es-MX" sz="1390" b="1" dirty="0">
                <a:solidFill>
                  <a:srgbClr val="000000"/>
                </a:solidFill>
                <a:latin typeface="Arial Nova Light"/>
              </a:rPr>
              <a:t>Cierre semanal del 23 de Julio al 30 de Julio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IMC — ÁREA DE IMPLEMENTACIÓN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23 de Julio al 30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Talleres || Mecánica Mx (Mejoras)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07/04/2026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TRIM || Marketplace || Caddi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07/08/2025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04/08/2026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98%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Contabilidad || Integración Mecanica-SAE (Fase…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14/08/2025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02/06/2026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96%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1623974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Desarrollos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08/08/2025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05/06/2026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Lobby Fix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11/11/2025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29/06/2026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" y="2327148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" y="232714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" y="232714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Nexcar || Desarrollos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9272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05/03/2026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86783" y="232714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10/07/2026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54296" y="232714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84648" y="232714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91856" y="232714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806440" y="2369324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43800" y="233732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3152" y="2514600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" y="251460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" y="251460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Nueva Instancia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9272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08/08/2025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86783" y="251460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01/06/2026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54296" y="251460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84648" y="251460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91856" y="251460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5806440" y="2556776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43800" y="252477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2702052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440" y="270205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50392" y="270205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Talleres || Integración Mecanica Mx - SAE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2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20/04/2026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783" y="270205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20/07/2026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54296" y="270205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91%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84648" y="270205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991856" y="270205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06440" y="274422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806440" y="2744228"/>
            <a:ext cx="1539392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543800" y="271222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91%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3152" y="2889504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1440" y="2889504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" y="2889504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Contabilidad || Integración Mecanica-SAE (Fase…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9272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21/04/2026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86783" y="2889504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12/06/2026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54296" y="2889504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99%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84648" y="2889504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91856" y="2889504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806440" y="293168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806440" y="2931680"/>
            <a:ext cx="1674723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543800" y="289967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99%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152" y="3076956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440" y="307695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0392" y="307695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DTI || Integración de sistemas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9272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01/06/2026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986783" y="307695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09/10/2026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54296" y="307695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46%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84648" y="307695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46%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91856" y="307695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806440" y="311913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5806440" y="3119132"/>
            <a:ext cx="778154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43800" y="308712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46%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" y="326440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1440" y="326440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50392" y="326440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Capital Humano || BUK Personalizados Fase 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9272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08/06/2026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86783" y="326440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06/08/2026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54296" y="326440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91%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184648" y="326440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89%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91856" y="326440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806440" y="330658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5806440" y="3306584"/>
            <a:ext cx="1539392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543800" y="327458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91%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3152" y="345186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1440" y="345186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50392" y="345186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Operaciones Fleet || Adcontent - Sfleet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319272" y="345186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15/06/2026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986783" y="345186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17/05/2027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54296" y="345186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17%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184648" y="345186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13%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991856" y="345186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806440" y="349403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5806440" y="3494036"/>
            <a:ext cx="287578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543800" y="346203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17%</a:t>
            </a:r>
          </a:p>
        </p:txBody>
      </p:sp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