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Implementación y Mejora Continua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92024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r"/>
            <a:r>
              <a:rPr lang="es-MX" sz="1390" b="1" dirty="0">
                <a:solidFill>
                  <a:srgbClr val="000000"/>
                </a:solidFill>
                <a:latin typeface="Arial Nova Light"/>
              </a:rPr>
              <a:t>Cierre semanal del 23 de Julio al 30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 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IMC — ÁREA DE IMPLEMENTACIÓN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23 de Julio al 30 de Julio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1188720"/>
            <a:ext cx="8741664" cy="201168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" y="1188720"/>
            <a:ext cx="7223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TIPO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1188720"/>
            <a:ext cx="243230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INICIO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6783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FIN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4296" y="1188720"/>
            <a:ext cx="4937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1188720"/>
            <a:ext cx="55778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ESPERADO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008" y="1188720"/>
            <a:ext cx="21762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BARRA DE AVANCE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1856" y="1188720"/>
            <a:ext cx="8046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SEMÁFORO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" y="138988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" y="138988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" y="138988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Mecánica Mx (Mejoras)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9272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86783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20/07/2026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54296" y="138988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38988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1856" y="138988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143206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06440" y="1432064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140006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" y="157734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" y="157734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" y="157734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TRIM || Marketplace || Caddi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19272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07/08/2025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86783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04/08/2026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54296" y="157734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157734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1856" y="157734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158751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" y="176479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" y="176479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" y="176479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9272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14/08/2025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86783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54296" y="176479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96%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84648" y="176479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91856" y="176479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806440" y="1806968"/>
            <a:ext cx="1623974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43800" y="177496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96%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" y="1952243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" y="1952243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" y="1952243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Desarrollos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19272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86783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05/06/2026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54296" y="1952243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84648" y="1952243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91856" y="1952243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543800" y="196241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152" y="2139696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40" y="213969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0392" y="213969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Lobby Fix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9272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11/11/2025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86783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29/06/2026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54296" y="213969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84648" y="213969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91856" y="213969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806440" y="218187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806440" y="2181872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43800" y="214986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152" y="232714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440" y="232714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0392" y="232714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Nexcar || Desarrollos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19272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05/03/2026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86783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10/07/2026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54296" y="232714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84648" y="232714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91856" y="232714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806440" y="236932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5806440" y="2369324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43800" y="233732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3152" y="251460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440" y="251460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0392" y="251460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Nueva Instancia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19272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86783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654296" y="251460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84648" y="251460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991856" y="251460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43800" y="252477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3152" y="270205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1440" y="270205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50392" y="270205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Integración Mecanica Mx - SAE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319272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20/04/2026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86783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20/07/2026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54296" y="270205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91%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184648" y="270205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91856" y="270205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806440" y="2744228"/>
            <a:ext cx="1539392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543800" y="271222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91%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" y="2889504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1440" y="288950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0392" y="288950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19272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21/04/2026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86783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12/06/2026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654296" y="288950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84648" y="288950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91856" y="288950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5806440" y="2931680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543800" y="289967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99%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3152" y="3076956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440" y="307695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50392" y="307695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DTI || Integración de sistemas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319272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986783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09/10/2026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54296" y="307695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46%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184648" y="307695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46%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991856" y="307695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5806440" y="3119132"/>
            <a:ext cx="778154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543800" y="308712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46%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3152" y="326440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1440" y="326440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50392" y="326440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Personalizados Fase 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319272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08/06/2026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986783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06/08/2026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54296" y="326440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91%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184648" y="326440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89%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991856" y="326440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806440" y="3306584"/>
            <a:ext cx="1539392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543800" y="327458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91%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3152" y="345186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1440" y="345186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50392" y="345186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Adcontent - Sfleet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319272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15/06/2026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986783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17/05/2027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654296" y="345186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17%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184648" y="345186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13%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991856" y="345186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5806440" y="3494036"/>
            <a:ext cx="287578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543800" y="346203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17%</a:t>
            </a:r>
          </a:p>
        </p:txBody>
      </p:sp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atraso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