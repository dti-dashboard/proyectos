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92024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90" b="1" dirty="0">
                <a:solidFill>
                  <a:srgbClr val="000000"/>
                </a:solidFill>
                <a:latin typeface="Arial Nova Light"/>
              </a:rPr>
              <a:t>Cierre semanal del 9 de Julio al 16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9 de Julio al 16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Mecánica Mx (Mejoras)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404061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83%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Administración || AdContent - Catálogos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Soporte – Incidencia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02/03/2026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29/05/2026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Campos Personalizados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26/02/2026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25/05/2026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TRIM || Marketplace || Caddi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07/08/2025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93%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14/08/2025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2397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96%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Desarrollos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05/06/2026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Lobby Fix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11/11/2025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29/06/2026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Nexcar || Desarrollos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05/03/2026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10/07/2026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Data Lab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20/01/2026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22/06/2026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Cartera || Cambio de Pac de Timbrado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07/07/2025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25/02/2026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3152" y="345186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1440" y="345186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50392" y="345186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Nueva Instancia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19272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6783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4296" y="345186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184648" y="345186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91856" y="345186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543800" y="346203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3152" y="363931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1440" y="363931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50392" y="363931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Tesoreria || Adcontent H2H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19272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86783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26/08/2026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654296" y="363931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22%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84648" y="363931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66%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363931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806440" y="368148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5806440" y="3681488"/>
            <a:ext cx="37216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543800" y="364948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3152" y="3826764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" y="382676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0392" y="382676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Integración Mecanica Mx - SAE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19272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20/04/2026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986783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54296" y="382676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91%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84648" y="382676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89%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991856" y="382676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806440" y="386894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5806440" y="3868940"/>
            <a:ext cx="1539392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543800" y="383693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91%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3152" y="4014215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1440" y="4014215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50392" y="4014215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319272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21/04/2026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86783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12/06/2026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654296" y="4014215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184648" y="4014215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991856" y="4014215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806440" y="405639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5806440" y="405639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543800" y="402438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3152" y="420166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440" y="420166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50392" y="420166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DTI || Integración de sistemas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319272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986783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23/09/2026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54296" y="420166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31%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84648" y="420166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34%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991856" y="420166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5806440" y="424384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806440" y="4243844"/>
            <a:ext cx="524408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543800" y="421184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31%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3152" y="438912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1440" y="438912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0392" y="438912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Personalizados Fase 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319272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08/06/2026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986783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11/08/2026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654296" y="438912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86%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184648" y="438912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50%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91856" y="438912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5806440" y="443129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5806440" y="4431296"/>
            <a:ext cx="145481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543800" y="439929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86%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3152" y="457657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91440" y="457657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50392" y="457657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Adcontent - Sfleet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319272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986783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12/02/2027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654296" y="457657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12%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84648" y="457657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91856" y="457657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806440" y="461874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806440" y="4618748"/>
            <a:ext cx="202996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543800" y="458674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12%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