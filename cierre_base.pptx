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55448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ctr"/>
            <a:r>
              <a:rPr lang="es-MX" sz="1388" b="1" dirty="0">
                <a:solidFill>
                  <a:srgbClr val="000000"/>
                </a:solidFill>
                <a:latin typeface="Arial Nova Light"/>
              </a:rPr>
              <a:t>Cierre semanal del 25 de Junio al 2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
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25 de Junio al 2 de Julio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3152" y="1188720"/>
          <a:ext cx="8741664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952"/>
                <a:gridCol w="2468880"/>
                <a:gridCol w="667512"/>
                <a:gridCol w="667512"/>
                <a:gridCol w="530352"/>
                <a:gridCol w="594360"/>
                <a:gridCol w="2212848"/>
                <a:gridCol w="841248"/>
              </a:tblGrid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INICIO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FIN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REAL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ESPERADO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BARRA DE AVANCE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SEMÁFORO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Mecánica Mx (Mejoras)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01/07/2026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98000">
                          <a:srgbClr val="22C55E"/>
                        </a:gs>
                        <a:gs pos="98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Administración || AdContent - Catálogos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Soporte – Incidencia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02/03/2026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Campos Personalizados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26/02/2026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TRIM || Marketplace || Caddi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07/08/2025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04/08/2026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97000">
                          <a:srgbClr val="22C55E"/>
                        </a:gs>
                        <a:gs pos="97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14/08/2025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95000">
                          <a:srgbClr val="EF4444"/>
                        </a:gs>
                        <a:gs pos="95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Desarrollos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99000">
                          <a:srgbClr val="EF4444"/>
                        </a:gs>
                        <a:gs pos="9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Lobby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11/11/2025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Nexcar || Desarrollo Status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05/03/2026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10/07/2026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99000">
                          <a:srgbClr val="22C55E"/>
                        </a:gs>
                        <a:gs pos="9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Data Lab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20/01/2026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Cartera || Cambio de Pac de Timbrado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07/07/2025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25/02/2026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Nueva Instancia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Tesoreria || Adcontent H2H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22000">
                          <a:srgbClr val="EF4444"/>
                        </a:gs>
                        <a:gs pos="22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Integración Mecanica Mx - SAE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20/07/2026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76%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gradFill>
                      <a:gsLst>
                        <a:gs pos="0">
                          <a:srgbClr val="F59E0B"/>
                        </a:gs>
                        <a:gs pos="74000">
                          <a:srgbClr val="F59E0B"/>
                        </a:gs>
                        <a:gs pos="74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Riesgo de atraso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 2)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21/04/2026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12/06/2026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99000">
                          <a:srgbClr val="EF4444"/>
                        </a:gs>
                        <a:gs pos="9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Personalizados Fase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11/08/2026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39000">
                          <a:srgbClr val="22C55E"/>
                        </a:gs>
                        <a:gs pos="3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b="1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b="1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b="1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Tesoreria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eventualdiad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Data Lab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dasdasdasdasd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Nueva Instancia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ggdgsefreheh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Migración oficinas Tlalnepantla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documetacnion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