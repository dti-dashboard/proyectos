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575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 marT="0" marB="0" marL="38100" marR="38100" anchor="ctr">
                    <a:solidFill>
                      <a:srgbClr val="C9A84C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(Fase…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Nexcar || Desarrollos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(Fase…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DTI || Integración de sistemas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23/09/2026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 marT="0" marB="0" marL="38100" marR="38100" anchor="ctr">
                    <a:solidFill>
                      <a:srgbClr val="F5F7FA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Adcontent - Sfleet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15/06/2026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08/02/2027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 marT="0" marB="0" marL="38100" marR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806440" y="4618748"/>
            <a:ext cx="10309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