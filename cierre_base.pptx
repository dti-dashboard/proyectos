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38714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82%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92%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4089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07058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95%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98%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65%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80%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86%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353312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80%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32%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74%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46%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25181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74%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12%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202996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12%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