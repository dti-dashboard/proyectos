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2 de Julio al 9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 de Julio al 9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38714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82%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Administración || AdContent - Catálogos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Soporte – Incidencia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29/05/2026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Campos Personalizados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26/02/2026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25/05/2026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92%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4089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95%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07058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95%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97%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Data Lab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20/01/2026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22/06/2026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Cartera || Cambio de Pac de Timbrado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07/07/2025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25/02/2026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3152" y="363931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440" y="363931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0392" y="363931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Tesoreria || Adcontent H2H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9272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86783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26/08/2026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54296" y="363931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22%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84648" y="363931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64%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363931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5806440" y="3681488"/>
            <a:ext cx="37216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3152" y="3826764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" y="382676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" y="382676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9272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986783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296" y="382676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80%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84648" y="382676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85%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991856" y="382676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5806440" y="3868940"/>
            <a:ext cx="1353312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80%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3152" y="4014215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1440" y="4014215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50392" y="4014215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9272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86783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654296" y="4014215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184648" y="4014215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991856" y="4014215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806440" y="405639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3152" y="420166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440" y="420166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50392" y="420166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319272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986783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23/09/2026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54296" y="420166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31%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84648" y="420166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31%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91856" y="420166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806440" y="4243844"/>
            <a:ext cx="524408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31%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" y="438912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1440" y="438912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0392" y="438912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19272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986783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11/08/2026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654296" y="438912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74%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84648" y="438912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45%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91856" y="438912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5806440" y="4431296"/>
            <a:ext cx="125181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74%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152" y="457657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1440" y="457657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50392" y="457657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319272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986783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08/02/2027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654296" y="457657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4%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84648" y="457657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91856" y="457657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806440" y="461874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806440" y="4618748"/>
            <a:ext cx="103098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543800" y="458674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4%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